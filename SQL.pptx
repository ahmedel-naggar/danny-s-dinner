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94E3-C65C-B2D1-661C-F050F8198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D424F-7524-A7A3-F99F-5A290C7A6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20CF-6319-9668-61CA-3C24E20F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CDAEE-391A-B609-182D-4A5CDFB84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EA4BD-5FA1-592D-F365-2C724AFA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5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EF9B-D912-93BB-153D-99E20706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9F01A-F256-AB13-02FA-906F097F8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087FD-8140-D1B1-85C5-61C49042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425B-36B1-2EDF-B2F5-4BD3EF7B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26A8D-DD45-EA48-DC9C-1DD15819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0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5E219-26A8-3037-D70B-60BDDFEB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88D05-EEDF-4137-875E-864E014C8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2933B-C9C1-0306-C283-7AE42792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6CAB1-3ADA-606B-D033-3206B23C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F56EA-AAA5-3D9F-31BE-ACE5D56D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49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BF32-E692-BB47-92FD-A005E1BE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AE889-33AE-A5B9-DAAF-535A7685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2BE8E-57AB-984C-5C92-881CF72C9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CA191-BE3B-ADB1-A9FA-A49E349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65866-A8D3-0F3E-E33E-799AAC93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8D9E7-5CDE-ACC3-CE2B-FB90DD8E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0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F140-56DE-40A2-9A4F-296F6A2F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E571-27B7-484D-2BB2-21ECFE4E3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1DB73-CFED-B665-EA67-8D57ECC76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E4F57-694C-26E3-2879-9A305F671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5C1D9-5AB1-5CF9-73F3-4F9F9F9D3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DCBA4-EF1B-0AC6-9441-28F659CC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18116-579B-DA32-A845-D9142053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E848E-BE3D-04D0-D94C-9379C81D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0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BAF3-3529-C359-2222-667C38FFE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5F08F-FF03-CC7C-ACB6-7B7079DF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51CEA-D554-F5FC-9761-A836DCC3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DA681-3BFC-3B59-2D66-CE2985A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5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3C818-8BC2-0E75-84E9-DF31310D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693715-84FA-C38F-0692-A55B2F4F7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9E7A9-2B03-3FDD-A3A6-C1E2382A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5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66E8-08F7-924F-3FA4-4D337127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5AF4A-2A57-3EAE-4292-7DB6E80B6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126EF-1647-BA64-AD73-D0FB9CB89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07F36-9862-5EE4-B9F0-4C6708EB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C86BB-512B-FF9B-0B95-DC5287096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2C2F8-C836-BDB9-1501-43557EB1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1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DDBA-40F0-4AAA-B31D-79257D6F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E7CA7-0CEC-0ECE-EBCC-399C85492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4872D-024D-235C-2529-14DBDBE73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A567C-25F7-182D-4336-B2F69FE0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84D80-E19E-E57B-9F51-98C6DDCC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3395F-4B20-5817-F502-B6425D13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D75E-363B-1B8A-35A2-CA1AD926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C46ED-BB86-ACD8-DAE8-D3D2AA00C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6F0F8-645D-DD28-5C1C-69354DCF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A8C96-58C2-33E8-6A32-1EB98A4D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D1B8-EE22-BF2B-6242-9A7AE62F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1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841D7-9B80-DFCC-B09D-D028AA8B8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8386B-2432-95AA-D71C-83C7489A7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9BFD-9225-3667-7AD9-E9017D1D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2B4F-4B25-7EB6-98E6-3E8FD75E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861AA-E912-C8A9-8070-386E0059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0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DA71A-0DA3-F9D2-A3C1-A898393E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2DCD4-EA0F-3EAA-BB72-8870A2E37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BE534-66DD-74BC-ABFD-D3F5C81A1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69EEE-99D6-4614-B656-0A018EF20847}" type="datetimeFigureOut">
              <a:rPr lang="en-US" smtClean="0"/>
              <a:t>10-Sep-25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FCB9A-CF16-08B6-749C-00968CEF9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B84E6-4329-C5C9-003F-1AA9848F9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36D55-956B-432E-931D-DAD157EF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8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54A6-E3C8-229D-CE71-BA4C39D30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10424"/>
          </a:xfrm>
        </p:spPr>
        <p:txBody>
          <a:bodyPr>
            <a:normAutofit fontScale="90000"/>
          </a:bodyPr>
          <a:lstStyle/>
          <a:p>
            <a:r>
              <a:rPr lang="en-US" sz="8000" dirty="0">
                <a:latin typeface="Berlin Sans FB" panose="020E0602020502020306" pitchFamily="34" charset="0"/>
              </a:rPr>
              <a:t>SQL </a:t>
            </a:r>
            <a:br>
              <a:rPr lang="en-US" sz="8000" dirty="0">
                <a:latin typeface="Berlin Sans FB" panose="020E0602020502020306" pitchFamily="34" charset="0"/>
              </a:rPr>
            </a:br>
            <a:r>
              <a:rPr lang="en-US" sz="8000" dirty="0">
                <a:latin typeface="Berlin Sans FB" panose="020E0602020502020306" pitchFamily="34" charset="0"/>
              </a:rPr>
              <a:t>Final Project</a:t>
            </a:r>
            <a:br>
              <a:rPr lang="en-US" sz="8000" dirty="0">
                <a:latin typeface="Berlin Sans FB" panose="020E0602020502020306" pitchFamily="34" charset="0"/>
              </a:rPr>
            </a:br>
            <a:r>
              <a:rPr lang="en-US" sz="8000" dirty="0">
                <a:latin typeface="Berlin Sans FB" panose="020E0602020502020306" pitchFamily="34" charset="0"/>
              </a:rPr>
              <a:t>Danny’s Dinner</a:t>
            </a:r>
          </a:p>
        </p:txBody>
      </p:sp>
      <p:pic>
        <p:nvPicPr>
          <p:cNvPr id="5" name="Picture 4" descr="A logo with a dish and fork and spoon&#10;&#10;AI-generated content may be incorrect.">
            <a:extLst>
              <a:ext uri="{FF2B5EF4-FFF2-40B4-BE49-F238E27FC236}">
                <a16:creationId xmlns:a16="http://schemas.microsoft.com/office/drawing/2014/main" id="{7AEA771E-8CE4-D59D-055A-AB239C9287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515" y="634181"/>
            <a:ext cx="7049181" cy="5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5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CE28-86C6-3619-8044-3D0ABEBA2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/>
          <a:lstStyle/>
          <a:p>
            <a:r>
              <a:rPr lang="en-US" dirty="0">
                <a:latin typeface="Berlin Sans FB" panose="020E0602020502020306" pitchFamily="34" charset="0"/>
              </a:rPr>
              <a:t>Database Diagram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787340-2469-7E2A-3B32-26D093949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43" y="1401097"/>
            <a:ext cx="10087896" cy="4748980"/>
          </a:xfrm>
        </p:spPr>
      </p:pic>
    </p:spTree>
    <p:extLst>
      <p:ext uri="{BB962C8B-B14F-4D97-AF65-F5344CB8AC3E}">
        <p14:creationId xmlns:p14="http://schemas.microsoft.com/office/powerpoint/2010/main" val="211716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7F9FB5-23F9-7AF5-B156-6423C28C3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39" y="457200"/>
            <a:ext cx="9807677" cy="5530645"/>
          </a:xfrm>
        </p:spPr>
      </p:pic>
    </p:spTree>
    <p:extLst>
      <p:ext uri="{BB962C8B-B14F-4D97-AF65-F5344CB8AC3E}">
        <p14:creationId xmlns:p14="http://schemas.microsoft.com/office/powerpoint/2010/main" val="134342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F19AF7-6FFC-C656-88E0-0FAD6721B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32" y="634181"/>
            <a:ext cx="9748683" cy="5338916"/>
          </a:xfrm>
        </p:spPr>
      </p:pic>
    </p:spTree>
    <p:extLst>
      <p:ext uri="{BB962C8B-B14F-4D97-AF65-F5344CB8AC3E}">
        <p14:creationId xmlns:p14="http://schemas.microsoft.com/office/powerpoint/2010/main" val="390847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A29320-5CF7-C00D-C197-F9B5947AA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32" y="589935"/>
            <a:ext cx="9792929" cy="5383162"/>
          </a:xfrm>
        </p:spPr>
      </p:pic>
    </p:spTree>
    <p:extLst>
      <p:ext uri="{BB962C8B-B14F-4D97-AF65-F5344CB8AC3E}">
        <p14:creationId xmlns:p14="http://schemas.microsoft.com/office/powerpoint/2010/main" val="110646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D67428-7EBD-7F8A-E126-983157BD3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48" y="530941"/>
            <a:ext cx="10087897" cy="5442156"/>
          </a:xfrm>
        </p:spPr>
      </p:pic>
    </p:spTree>
    <p:extLst>
      <p:ext uri="{BB962C8B-B14F-4D97-AF65-F5344CB8AC3E}">
        <p14:creationId xmlns:p14="http://schemas.microsoft.com/office/powerpoint/2010/main" val="239006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862ADD-56BF-846B-A995-3FF3BCEC7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48" y="589934"/>
            <a:ext cx="10117394" cy="5604389"/>
          </a:xfrm>
        </p:spPr>
      </p:pic>
    </p:spTree>
    <p:extLst>
      <p:ext uri="{BB962C8B-B14F-4D97-AF65-F5344CB8AC3E}">
        <p14:creationId xmlns:p14="http://schemas.microsoft.com/office/powerpoint/2010/main" val="2108552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B570C5-9CFD-16F7-6D67-920AD2362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89" y="530940"/>
            <a:ext cx="10176387" cy="5781369"/>
          </a:xfrm>
        </p:spPr>
      </p:pic>
    </p:spTree>
    <p:extLst>
      <p:ext uri="{BB962C8B-B14F-4D97-AF65-F5344CB8AC3E}">
        <p14:creationId xmlns:p14="http://schemas.microsoft.com/office/powerpoint/2010/main" val="105554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644336-460F-EC71-D125-046977F3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61" y="501445"/>
            <a:ext cx="9114504" cy="5501149"/>
          </a:xfrm>
        </p:spPr>
      </p:pic>
    </p:spTree>
    <p:extLst>
      <p:ext uri="{BB962C8B-B14F-4D97-AF65-F5344CB8AC3E}">
        <p14:creationId xmlns:p14="http://schemas.microsoft.com/office/powerpoint/2010/main" val="1242965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D84BCF-ED1A-5EDA-3821-179696547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81" y="575187"/>
            <a:ext cx="9896167" cy="5589639"/>
          </a:xfrm>
        </p:spPr>
      </p:pic>
    </p:spTree>
    <p:extLst>
      <p:ext uri="{BB962C8B-B14F-4D97-AF65-F5344CB8AC3E}">
        <p14:creationId xmlns:p14="http://schemas.microsoft.com/office/powerpoint/2010/main" val="405137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BE6F638-C839-E83B-3607-A12B8316F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61" y="560439"/>
            <a:ext cx="9660194" cy="5530645"/>
          </a:xfrm>
        </p:spPr>
      </p:pic>
    </p:spTree>
    <p:extLst>
      <p:ext uri="{BB962C8B-B14F-4D97-AF65-F5344CB8AC3E}">
        <p14:creationId xmlns:p14="http://schemas.microsoft.com/office/powerpoint/2010/main" val="250018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8E7662A-D75E-E6BF-2E33-D9FE17498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11" y="530942"/>
            <a:ext cx="10250128" cy="5353664"/>
          </a:xfrm>
        </p:spPr>
      </p:pic>
    </p:spTree>
    <p:extLst>
      <p:ext uri="{BB962C8B-B14F-4D97-AF65-F5344CB8AC3E}">
        <p14:creationId xmlns:p14="http://schemas.microsoft.com/office/powerpoint/2010/main" val="61936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E341-9702-C2F9-C045-28B9A325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ptos Serif" panose="02020604070405020304" pitchFamily="18" charset="0"/>
                <a:cs typeface="Aptos Serif" panose="02020604070405020304" pitchFamily="18" charset="0"/>
              </a:rPr>
              <a:t>Join All the Things </a:t>
            </a:r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B517280B-F99A-7AF0-65E2-B52F1462D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2039"/>
            <a:ext cx="9529916" cy="3421626"/>
          </a:xfrm>
        </p:spPr>
      </p:pic>
    </p:spTree>
    <p:extLst>
      <p:ext uri="{BB962C8B-B14F-4D97-AF65-F5344CB8AC3E}">
        <p14:creationId xmlns:p14="http://schemas.microsoft.com/office/powerpoint/2010/main" val="224795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A94D100A-78BF-842E-4ABB-63C2D1620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19" y="707924"/>
            <a:ext cx="9542207" cy="5397908"/>
          </a:xfrm>
        </p:spPr>
      </p:pic>
    </p:spTree>
    <p:extLst>
      <p:ext uri="{BB962C8B-B14F-4D97-AF65-F5344CB8AC3E}">
        <p14:creationId xmlns:p14="http://schemas.microsoft.com/office/powerpoint/2010/main" val="422523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CC7D-7B3D-514E-489E-B132FE1C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998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ptos Serif" panose="02020604070405020304" pitchFamily="18" charset="0"/>
                <a:cs typeface="Aptos Serif" panose="02020604070405020304" pitchFamily="18" charset="0"/>
              </a:rPr>
              <a:t>Rank All the Things </a:t>
            </a:r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B6B20322-B2FE-C835-0CEC-B9D89696C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45" y="1415844"/>
            <a:ext cx="9984657" cy="4822723"/>
          </a:xfrm>
        </p:spPr>
      </p:pic>
    </p:spTree>
    <p:extLst>
      <p:ext uri="{BB962C8B-B14F-4D97-AF65-F5344CB8AC3E}">
        <p14:creationId xmlns:p14="http://schemas.microsoft.com/office/powerpoint/2010/main" val="1592599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table&#10;&#10;AI-generated content may be incorrect.">
            <a:extLst>
              <a:ext uri="{FF2B5EF4-FFF2-40B4-BE49-F238E27FC236}">
                <a16:creationId xmlns:a16="http://schemas.microsoft.com/office/drawing/2014/main" id="{97281B72-D74A-2AAF-EBB5-874B95EDE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19" y="398206"/>
            <a:ext cx="9645446" cy="5884607"/>
          </a:xfrm>
        </p:spPr>
      </p:pic>
    </p:spTree>
    <p:extLst>
      <p:ext uri="{BB962C8B-B14F-4D97-AF65-F5344CB8AC3E}">
        <p14:creationId xmlns:p14="http://schemas.microsoft.com/office/powerpoint/2010/main" val="128434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04D93E66DBF146A0CE1C1745F3060F" ma:contentTypeVersion="6" ma:contentTypeDescription="Create a new document." ma:contentTypeScope="" ma:versionID="39fedab9cf56d05914e2ec80d5f6d484">
  <xsd:schema xmlns:xsd="http://www.w3.org/2001/XMLSchema" xmlns:xs="http://www.w3.org/2001/XMLSchema" xmlns:p="http://schemas.microsoft.com/office/2006/metadata/properties" xmlns:ns3="20d2250c-5f2d-4f59-b16a-80e33459043f" targetNamespace="http://schemas.microsoft.com/office/2006/metadata/properties" ma:root="true" ma:fieldsID="596c8d304a660d26c20cbd53a1c8eb93" ns3:_="">
    <xsd:import namespace="20d2250c-5f2d-4f59-b16a-80e33459043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d2250c-5f2d-4f59-b16a-80e3345904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d2250c-5f2d-4f59-b16a-80e33459043f" xsi:nil="true"/>
  </documentManagement>
</p:properties>
</file>

<file path=customXml/itemProps1.xml><?xml version="1.0" encoding="utf-8"?>
<ds:datastoreItem xmlns:ds="http://schemas.openxmlformats.org/officeDocument/2006/customXml" ds:itemID="{71C5DA09-95A3-4F15-B5EC-518B1DD600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d2250c-5f2d-4f59-b16a-80e3345904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C4091C-C95F-4769-B8F1-6F2070DBF1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641B7D-0D6B-42C7-80D7-56255312AEA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20d2250c-5f2d-4f59-b16a-80e3345904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</Words>
  <Application>Microsoft Office PowerPoint</Application>
  <PresentationFormat>Widescreen</PresentationFormat>
  <Paragraphs>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Serif</vt:lpstr>
      <vt:lpstr>Arial</vt:lpstr>
      <vt:lpstr>Berlin Sans FB</vt:lpstr>
      <vt:lpstr>Office Theme</vt:lpstr>
      <vt:lpstr>SQL  Final Project Danny’s Dinner</vt:lpstr>
      <vt:lpstr>Database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All the Things </vt:lpstr>
      <vt:lpstr>PowerPoint Presentation</vt:lpstr>
      <vt:lpstr>Rank All the Things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فتحي جبريل النجار عبدالله</dc:creator>
  <cp:lastModifiedBy>احمد فتحي جبريل النجار عبدالله</cp:lastModifiedBy>
  <cp:revision>1</cp:revision>
  <dcterms:created xsi:type="dcterms:W3CDTF">2025-09-09T23:02:17Z</dcterms:created>
  <dcterms:modified xsi:type="dcterms:W3CDTF">2025-09-09T23:27:04Z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0x0101002204D93E66DBF146A0CE1C1745F3060F</vt:lpwstr>
  </property>
</Properties>
</file>